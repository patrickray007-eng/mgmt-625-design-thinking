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23WeGYE8Og6OZbCKml3kkLbzV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D577D0-1B61-44B0-A74C-D5DC4348E044}">
  <a:tblStyle styleId="{DFD577D0-1B61-44B0-A74C-D5DC4348E0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font" Target="fonts/HelveticaNeue-bold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d974810e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bd974810e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bd974810e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d974810ed_0_4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d974810ed_0_4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d974810ed_0_16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bd974810ed_0_160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974810ed_0_25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d974810ed_0_257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bd974810ed_0_15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" name="Google Shape;13;g3bd974810ed_0_15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" name="Google Shape;14;g3bd974810ed_0_15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SESSION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Stakeholder Mapping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Design Thinking for MBAs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Monday, February 9, 2026  |  Instructor: Patrick Ray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3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Who Is Affected by This Problem?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640080" y="1325880"/>
            <a:ext cx="7863840" cy="246888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62000" y="1403985"/>
            <a:ext cx="73152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your team, identify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3-4 stakeholders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affected by your problem scenario.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Include at least one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extreme user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someone who experiences this problem 10x more intensely than average, or who has found creative workarounds.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each stakeholder, document: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 Who are they? (Be specific: "frontline nurses," not "healthcare workers")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 What do they optimize for?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 What constraints do they face?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3886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D9488"/>
                </a:solidFill>
              </a:rPr>
              <a:t>~2</a:t>
            </a: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Stakeholder Mapping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2" name="Google Shape;42;p3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{DFD577D0-1B61-44B0-A74C-D5DC4348E044}</a:tableStyleId>
              </a:tblPr>
              <a:tblGrid>
                <a:gridCol w="2011675"/>
                <a:gridCol w="58521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Prompt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5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Specific role or identity (not generic)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5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Optimizes for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are they trying to maximize?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5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Constraints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limits their options?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5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concerns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do they care about most? (2-3)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5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3A5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Tensions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 might their interests conflict with others?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" name="Google Shape;43;p3"/>
          <p:cNvSpPr/>
          <p:nvPr/>
        </p:nvSpPr>
        <p:spPr>
          <a:xfrm>
            <a:off x="640080" y="4267200"/>
            <a:ext cx="7863900" cy="548700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40080" y="4267200"/>
            <a:ext cx="54900" cy="548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868680" y="4267200"/>
            <a:ext cx="754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i="1" lang="en-US" sz="1300">
                <a:solidFill>
                  <a:srgbClr val="1E3A5F"/>
                </a:solidFill>
              </a:rPr>
              <a:t>Helpful Hint: </a:t>
            </a:r>
            <a:r>
              <a:rPr b="0" i="1" lang="en-US" sz="13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If everyone on your list wants the same thing, </a:t>
            </a:r>
            <a:r>
              <a:rPr i="1" lang="en-US" sz="1300">
                <a:solidFill>
                  <a:srgbClr val="1E3A5F"/>
                </a:solidFill>
              </a:rPr>
              <a:t>that’s a clue you might need to reapproach</a:t>
            </a:r>
            <a:r>
              <a:rPr b="0" i="1" lang="en-US" sz="13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974810ed_0_0"/>
          <p:cNvSpPr/>
          <p:nvPr/>
        </p:nvSpPr>
        <p:spPr>
          <a:xfrm>
            <a:off x="640080" y="274320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lang="en-US" sz="3600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Visual Examples: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g3bd974810ed_0_0"/>
          <p:cNvCxnSpPr/>
          <p:nvPr/>
        </p:nvCxnSpPr>
        <p:spPr>
          <a:xfrm>
            <a:off x="640080" y="1051560"/>
            <a:ext cx="786390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" name="Google Shape;53;g3bd974810e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350" y="3196575"/>
            <a:ext cx="1758325" cy="175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g3bd974810e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00" y="1260125"/>
            <a:ext cx="3325973" cy="187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bd974810ed_0_0"/>
          <p:cNvPicPr preferRelativeResize="0"/>
          <p:nvPr/>
        </p:nvPicPr>
        <p:blipFill rotWithShape="1">
          <a:blip r:embed="rId5">
            <a:alphaModFix/>
          </a:blip>
          <a:srcRect b="0" l="47846" r="0" t="15411"/>
          <a:stretch/>
        </p:blipFill>
        <p:spPr>
          <a:xfrm>
            <a:off x="3763126" y="1260137"/>
            <a:ext cx="1710352" cy="1566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bd974810ed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925" y="3299001"/>
            <a:ext cx="2147922" cy="170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bd974810ed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0646" y="2203125"/>
            <a:ext cx="3088176" cy="21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Go Deeper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4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"/>
          <p:cNvSpPr/>
          <p:nvPr/>
        </p:nvSpPr>
        <p:spPr>
          <a:xfrm>
            <a:off x="640075" y="1325874"/>
            <a:ext cx="7863900" cy="2874600"/>
          </a:xfrm>
          <a:prstGeom prst="rect">
            <a:avLst/>
          </a:prstGeom>
          <a:solidFill>
            <a:srgbClr val="374151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38200" y="1445895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Choose your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2-3 most critical stakeholders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and explore: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 What are their top 2-3 concerns?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 What do they care about most?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 What would they sacrifice to get what they want?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 Where do their concerns </a:t>
            </a:r>
            <a:r>
              <a:rPr b="1" lang="en-US" sz="1300">
                <a:solidFill>
                  <a:srgbClr val="FFFFFF"/>
                </a:solidFill>
              </a:rPr>
              <a:t>intersect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with other stakeholders?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FFFF"/>
                </a:solidFill>
              </a:rPr>
              <a:t>5.  What are some cause/effect relationships between stakeholders?</a:t>
            </a:r>
            <a:endParaRPr sz="13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Look for tensions. If solving for one stakeholder creates a problem for another, you're on to something.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" y="428244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D9488"/>
                </a:solidFill>
              </a:rPr>
              <a:t>~ </a:t>
            </a: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>
                <a:solidFill>
                  <a:srgbClr val="0D9488"/>
                </a:solidFill>
              </a:rPr>
              <a:t>0</a:t>
            </a: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What Did You Find?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640080" y="1752600"/>
            <a:ext cx="7863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Name one stakeholder your team almost forgot. Why were they easy to overlook?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Where do stakeholder concerns conflict?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Which stakeholders are hardest to access?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From Observation to Conversation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6"/>
          <p:cNvSpPr/>
          <p:nvPr/>
        </p:nvSpPr>
        <p:spPr>
          <a:xfrm>
            <a:off x="640075" y="1322060"/>
            <a:ext cx="818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 Project 1, you practiced </a:t>
            </a:r>
            <a:r>
              <a:rPr b="1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pure observation</a:t>
            </a: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Shadowing, TETHER. Your job was to watch, not ask.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 Project 2, you add a new tool: </a:t>
            </a:r>
            <a:r>
              <a:rPr b="1" i="0" lang="en-US" sz="1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the empathy interview.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40080" y="2468880"/>
            <a:ext cx="3703320" cy="146304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40080" y="246888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7249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508760" y="2651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Observation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68680" y="329184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Shows you what people 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00600" y="2468880"/>
            <a:ext cx="3703320" cy="146304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800600" y="2468880"/>
            <a:ext cx="3703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029200" y="2651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496" y="27249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5669280" y="26517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Interviews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0" y="329184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Help you understand why: motivations, constraints, frustrations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40080" y="4343400"/>
            <a:ext cx="54864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68680" y="43434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i="1" lang="en-US">
                <a:solidFill>
                  <a:srgbClr val="1E3A5F"/>
                </a:solidFill>
              </a:rPr>
              <a:t>Helpful hint: These two skills complement each other, so don’t be afraid to use both!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110853"/>
            <a:ext cx="4071938" cy="728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38" y="1110853"/>
            <a:ext cx="4071938" cy="728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82390"/>
            <a:ext cx="4071938" cy="728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38" y="1982390"/>
            <a:ext cx="4071938" cy="728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g3bd974810ed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853928"/>
            <a:ext cx="4071938" cy="728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38" y="2853928"/>
            <a:ext cx="4071938" cy="7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bd974810ed_0_40"/>
          <p:cNvSpPr txBox="1"/>
          <p:nvPr/>
        </p:nvSpPr>
        <p:spPr>
          <a:xfrm>
            <a:off x="578644" y="1260872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Trader Joe's (10 min)</a:t>
            </a:r>
            <a:endParaRPr sz="1100"/>
          </a:p>
        </p:txBody>
      </p:sp>
      <p:sp>
        <p:nvSpPr>
          <p:cNvPr id="110" name="Google Shape;110;g3bd974810ed_0_40"/>
          <p:cNvSpPr txBox="1"/>
          <p:nvPr/>
        </p:nvSpPr>
        <p:spPr>
          <a:xfrm>
            <a:off x="578644" y="1496615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Practice spotting needs from observation</a:t>
            </a:r>
            <a:endParaRPr sz="1100"/>
          </a:p>
        </p:txBody>
      </p:sp>
      <p:sp>
        <p:nvSpPr>
          <p:cNvPr id="111" name="Google Shape;111;g3bd974810ed_0_40"/>
          <p:cNvSpPr txBox="1"/>
          <p:nvPr/>
        </p:nvSpPr>
        <p:spPr>
          <a:xfrm>
            <a:off x="4793456" y="1260872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30 Circles (10 min)</a:t>
            </a:r>
            <a:endParaRPr sz="1100"/>
          </a:p>
        </p:txBody>
      </p:sp>
      <p:sp>
        <p:nvSpPr>
          <p:cNvPr id="112" name="Google Shape;112;g3bd974810ed_0_40"/>
          <p:cNvSpPr txBox="1"/>
          <p:nvPr/>
        </p:nvSpPr>
        <p:spPr>
          <a:xfrm>
            <a:off x="4793456" y="1496615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Rapid ideation and reframing</a:t>
            </a:r>
            <a:endParaRPr sz="1100"/>
          </a:p>
        </p:txBody>
      </p:sp>
      <p:sp>
        <p:nvSpPr>
          <p:cNvPr id="113" name="Google Shape;113;g3bd974810ed_0_40"/>
          <p:cNvSpPr txBox="1"/>
          <p:nvPr/>
        </p:nvSpPr>
        <p:spPr>
          <a:xfrm>
            <a:off x="578644" y="2132409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John Venn (5 min)</a:t>
            </a:r>
            <a:endParaRPr sz="1100"/>
          </a:p>
        </p:txBody>
      </p:sp>
      <p:sp>
        <p:nvSpPr>
          <p:cNvPr id="114" name="Google Shape;114;g3bd974810ed_0_40"/>
          <p:cNvSpPr txBox="1"/>
          <p:nvPr/>
        </p:nvSpPr>
        <p:spPr>
          <a:xfrm>
            <a:off x="578644" y="2368153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Where design thinking begins</a:t>
            </a:r>
            <a:endParaRPr sz="1100"/>
          </a:p>
        </p:txBody>
      </p:sp>
      <p:sp>
        <p:nvSpPr>
          <p:cNvPr id="115" name="Google Shape;115;g3bd974810ed_0_40"/>
          <p:cNvSpPr txBox="1"/>
          <p:nvPr/>
        </p:nvSpPr>
        <p:spPr>
          <a:xfrm>
            <a:off x="4793456" y="2132409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Story of Your Name (5 min)</a:t>
            </a:r>
            <a:endParaRPr sz="1100"/>
          </a:p>
        </p:txBody>
      </p:sp>
      <p:sp>
        <p:nvSpPr>
          <p:cNvPr id="116" name="Google Shape;116;g3bd974810ed_0_40"/>
          <p:cNvSpPr txBox="1"/>
          <p:nvPr/>
        </p:nvSpPr>
        <p:spPr>
          <a:xfrm>
            <a:off x="4793456" y="2368153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Community building through storytelling</a:t>
            </a:r>
            <a:endParaRPr sz="1100"/>
          </a:p>
        </p:txBody>
      </p:sp>
      <p:sp>
        <p:nvSpPr>
          <p:cNvPr id="117" name="Google Shape;117;g3bd974810ed_0_40"/>
          <p:cNvSpPr txBox="1"/>
          <p:nvPr/>
        </p:nvSpPr>
        <p:spPr>
          <a:xfrm>
            <a:off x="578644" y="3003947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Why? Interview (10 min)</a:t>
            </a:r>
            <a:endParaRPr sz="1100"/>
          </a:p>
        </p:txBody>
      </p:sp>
      <p:sp>
        <p:nvSpPr>
          <p:cNvPr id="118" name="Google Shape;118;g3bd974810ed_0_40"/>
          <p:cNvSpPr txBox="1"/>
          <p:nvPr/>
        </p:nvSpPr>
        <p:spPr>
          <a:xfrm>
            <a:off x="578644" y="3239690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Practicing deep listening</a:t>
            </a:r>
            <a:endParaRPr sz="1100"/>
          </a:p>
        </p:txBody>
      </p:sp>
      <p:sp>
        <p:nvSpPr>
          <p:cNvPr id="119" name="Google Shape;119;g3bd974810ed_0_40"/>
          <p:cNvSpPr txBox="1"/>
          <p:nvPr/>
        </p:nvSpPr>
        <p:spPr>
          <a:xfrm>
            <a:off x="4793456" y="3003947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 3 Things (5 min)</a:t>
            </a:r>
            <a:endParaRPr sz="1100"/>
          </a:p>
        </p:txBody>
      </p:sp>
      <p:sp>
        <p:nvSpPr>
          <p:cNvPr id="120" name="Google Shape;120;g3bd974810ed_0_40"/>
          <p:cNvSpPr txBox="1"/>
          <p:nvPr/>
        </p:nvSpPr>
        <p:spPr>
          <a:xfrm>
            <a:off x="4793456" y="3239690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High-energy icebreaker</a:t>
            </a:r>
            <a:endParaRPr sz="1100"/>
          </a:p>
        </p:txBody>
      </p:sp>
      <p:sp>
        <p:nvSpPr>
          <p:cNvPr id="121" name="Google Shape;121;g3bd974810ed_0_40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Tapas Menu</a:t>
            </a:r>
            <a:endParaRPr sz="1100"/>
          </a:p>
        </p:txBody>
      </p:sp>
      <p:sp>
        <p:nvSpPr>
          <p:cNvPr id="122" name="Google Shape;122;g3bd974810ed_0_40"/>
          <p:cNvSpPr/>
          <p:nvPr/>
        </p:nvSpPr>
        <p:spPr>
          <a:xfrm>
            <a:off x="428625" y="928688"/>
            <a:ext cx="8286900" cy="21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bd974810ed_0_40"/>
          <p:cNvSpPr txBox="1"/>
          <p:nvPr/>
        </p:nvSpPr>
        <p:spPr>
          <a:xfrm>
            <a:off x="2996803" y="1407319"/>
            <a:ext cx="315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descr="image.png" id="124" name="Google Shape;124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725461"/>
            <a:ext cx="4071938" cy="7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bd974810ed_0_40"/>
          <p:cNvSpPr txBox="1"/>
          <p:nvPr/>
        </p:nvSpPr>
        <p:spPr>
          <a:xfrm>
            <a:off x="578644" y="3875480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b="1" lang="en-US" sz="1400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Truths 1 Lie (5 minutes)</a:t>
            </a:r>
            <a:endParaRPr sz="1100"/>
          </a:p>
        </p:txBody>
      </p:sp>
      <p:sp>
        <p:nvSpPr>
          <p:cNvPr id="126" name="Google Shape;126;g3bd974810ed_0_40"/>
          <p:cNvSpPr txBox="1"/>
          <p:nvPr/>
        </p:nvSpPr>
        <p:spPr>
          <a:xfrm>
            <a:off x="578644" y="4111223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Just For Fun!</a:t>
            </a:r>
            <a:endParaRPr sz="1100"/>
          </a:p>
        </p:txBody>
      </p:sp>
      <p:pic>
        <p:nvPicPr>
          <p:cNvPr descr="image.png" id="127" name="Google Shape;127;g3bd974810e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0411" y="3723137"/>
            <a:ext cx="4071937" cy="7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bd974810ed_0_40"/>
          <p:cNvSpPr txBox="1"/>
          <p:nvPr/>
        </p:nvSpPr>
        <p:spPr>
          <a:xfrm>
            <a:off x="4800430" y="3873155"/>
            <a:ext cx="39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b="1" i="0" lang="en-US" sz="1400" u="none" cap="none" strike="noStrike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r>
              <a:rPr b="1" lang="en-US" sz="1400">
                <a:solidFill>
                  <a:srgbClr val="0D94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TaDa! (10 minutes)</a:t>
            </a:r>
            <a:endParaRPr sz="1100"/>
          </a:p>
        </p:txBody>
      </p:sp>
      <p:sp>
        <p:nvSpPr>
          <p:cNvPr id="129" name="Google Shape;129;g3bd974810ed_0_40"/>
          <p:cNvSpPr txBox="1"/>
          <p:nvPr/>
        </p:nvSpPr>
        <p:spPr>
          <a:xfrm>
            <a:off x="4800430" y="4108899"/>
            <a:ext cx="377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 From Others, Experiment Rapidly</a:t>
            </a:r>
            <a:endParaRPr sz="1100"/>
          </a:p>
        </p:txBody>
      </p:sp>
      <p:sp>
        <p:nvSpPr>
          <p:cNvPr id="130" name="Google Shape;130;g3bd974810ed_0_40"/>
          <p:cNvSpPr/>
          <p:nvPr/>
        </p:nvSpPr>
        <p:spPr>
          <a:xfrm>
            <a:off x="265750" y="2717475"/>
            <a:ext cx="4337700" cy="100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974810ed_0_160"/>
          <p:cNvSpPr txBox="1"/>
          <p:nvPr/>
        </p:nvSpPr>
        <p:spPr>
          <a:xfrm>
            <a:off x="437191" y="1760925"/>
            <a:ext cx="6935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Interview about a topic (e.g., morning routine) using </a:t>
            </a:r>
            <a:r>
              <a:rPr b="1" i="0" lang="en-US" sz="2100" u="none" cap="none" strike="noStrik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ONLY body language</a:t>
            </a: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nodding. No words</a:t>
            </a:r>
            <a:r>
              <a:rPr lang="en-US" sz="2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Interviewer can ask only the initial question.</a:t>
            </a:r>
            <a:endParaRPr sz="1800"/>
          </a:p>
        </p:txBody>
      </p:sp>
      <p:sp>
        <p:nvSpPr>
          <p:cNvPr id="136" name="Google Shape;136;g3bd974810ed_0_160"/>
          <p:cNvSpPr txBox="1"/>
          <p:nvPr/>
        </p:nvSpPr>
        <p:spPr>
          <a:xfrm>
            <a:off x="437197" y="1318022"/>
            <a:ext cx="412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1 (2 min each)</a:t>
            </a:r>
            <a:endParaRPr sz="2300"/>
          </a:p>
        </p:txBody>
      </p:sp>
      <p:sp>
        <p:nvSpPr>
          <p:cNvPr id="137" name="Google Shape;137;g3bd974810ed_0_160"/>
          <p:cNvSpPr/>
          <p:nvPr/>
        </p:nvSpPr>
        <p:spPr>
          <a:xfrm>
            <a:off x="468630" y="3239690"/>
            <a:ext cx="39291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bd974810ed_0_160"/>
          <p:cNvSpPr txBox="1"/>
          <p:nvPr/>
        </p:nvSpPr>
        <p:spPr>
          <a:xfrm>
            <a:off x="437197" y="3674030"/>
            <a:ext cx="412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2 (2 min each)</a:t>
            </a:r>
            <a:endParaRPr b="1" sz="2300">
              <a:solidFill>
                <a:srgbClr val="0F172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g3bd974810ed_0_160"/>
          <p:cNvSpPr txBox="1"/>
          <p:nvPr/>
        </p:nvSpPr>
        <p:spPr>
          <a:xfrm>
            <a:off x="437191" y="4059788"/>
            <a:ext cx="664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Same topic. Now you can ask </a:t>
            </a:r>
            <a:r>
              <a:rPr b="1" i="0" lang="en-US" sz="2100" u="none" cap="none" strike="noStrik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"Why?"</a:t>
            </a:r>
            <a:endParaRPr sz="1800"/>
          </a:p>
        </p:txBody>
      </p:sp>
      <p:sp>
        <p:nvSpPr>
          <p:cNvPr id="140" name="Google Shape;140;g3bd974810ed_0_160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Activity: The "Why?" Interview</a:t>
            </a:r>
            <a:endParaRPr sz="1100"/>
          </a:p>
        </p:txBody>
      </p:sp>
      <p:sp>
        <p:nvSpPr>
          <p:cNvPr id="141" name="Google Shape;141;g3bd974810ed_0_160"/>
          <p:cNvSpPr/>
          <p:nvPr/>
        </p:nvSpPr>
        <p:spPr>
          <a:xfrm>
            <a:off x="428625" y="928688"/>
            <a:ext cx="8286900" cy="21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974810ed_0_257"/>
          <p:cNvSpPr txBox="1"/>
          <p:nvPr/>
        </p:nvSpPr>
        <p:spPr>
          <a:xfrm>
            <a:off x="437191" y="1837125"/>
            <a:ext cx="693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did that feel? What was</a:t>
            </a:r>
            <a:r>
              <a:rPr b="1" i="0" lang="en-US" sz="2100" u="none" cap="none" strike="noStrik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US" sz="21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challenging?</a:t>
            </a: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/>
          </a:p>
        </p:txBody>
      </p:sp>
      <p:sp>
        <p:nvSpPr>
          <p:cNvPr id="147" name="Google Shape;147;g3bd974810ed_0_257"/>
          <p:cNvSpPr/>
          <p:nvPr/>
        </p:nvSpPr>
        <p:spPr>
          <a:xfrm>
            <a:off x="468630" y="3239690"/>
            <a:ext cx="39291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bd974810ed_0_257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Reflection</a:t>
            </a:r>
            <a:r>
              <a:rPr b="1" i="0" lang="en-US" sz="27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The "Why?" Interview</a:t>
            </a:r>
            <a:endParaRPr sz="1100"/>
          </a:p>
        </p:txBody>
      </p:sp>
      <p:sp>
        <p:nvSpPr>
          <p:cNvPr id="149" name="Google Shape;149;g3bd974810ed_0_257"/>
          <p:cNvSpPr/>
          <p:nvPr/>
        </p:nvSpPr>
        <p:spPr>
          <a:xfrm>
            <a:off x="428625" y="928688"/>
            <a:ext cx="8286900" cy="21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Empathy Interview Principles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/>
          <p:nvPr/>
        </p:nvSpPr>
        <p:spPr>
          <a:xfrm>
            <a:off x="640080" y="1380744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40080" y="13807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280160" y="1325880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Listen more than you talk.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280160" y="1636776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Your job is to understand their world, not explain yours.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40080" y="2075688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40080" y="2075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80160" y="2020824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Follow curiosity.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280160" y="2331720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When something surprises you, go deeper: "Tell me more about that."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0080" y="2770632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0080" y="277063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280160" y="271576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Ask for stories, not opinions.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280160" y="3026664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"Tell me about a time when..." beats "What do you think about..."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40080" y="3465576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40080" y="34655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280160" y="3410712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Embrace silence.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280160" y="372160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After they answer, wait. They'll often fill the silence with something more interesting.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" y="4160520"/>
            <a:ext cx="438912" cy="43891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40080" y="41605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280160" y="4105656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No leading questions.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280160" y="4416552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"How do you experience X?" not "What's frustrating about X?"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E3A5F"/>
                </a:solidFill>
                <a:latin typeface="Arial Black"/>
                <a:ea typeface="Arial Black"/>
                <a:cs typeface="Arial Black"/>
                <a:sym typeface="Arial Black"/>
              </a:rPr>
              <a:t>What's Next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8"/>
          <p:cNvCxnSpPr/>
          <p:nvPr/>
        </p:nvCxnSpPr>
        <p:spPr>
          <a:xfrm>
            <a:off x="640080" y="1051560"/>
            <a:ext cx="7863840" cy="0"/>
          </a:xfrm>
          <a:prstGeom prst="straightConnector1">
            <a:avLst/>
          </a:prstGeom>
          <a:noFill/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8"/>
          <p:cNvSpPr/>
          <p:nvPr/>
        </p:nvSpPr>
        <p:spPr>
          <a:xfrm>
            <a:off x="640080" y="1325880"/>
            <a:ext cx="7863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Wednesday (Session 7):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Problem Framing + Reframing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Research expectation: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team member conducts </a:t>
            </a:r>
            <a:r>
              <a:rPr b="1" i="0" lang="en-US" sz="15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1-2 research activities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(observations, interviews, or both) before Session 8 (Feb 16)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Canvas: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Project 2 Research Guide will be posted with more interview guidance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40080" y="3017520"/>
            <a:ext cx="7863840" cy="594360"/>
          </a:xfrm>
          <a:prstGeom prst="rect">
            <a:avLst/>
          </a:prstGeom>
          <a:solidFill>
            <a:srgbClr val="E6FA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40080" y="3017520"/>
            <a:ext cx="54864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68680" y="3017520"/>
            <a:ext cx="7543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"When you present your problem definition, we'll ask: 'What did you learn from talking to people?'"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640080" y="3794760"/>
            <a:ext cx="54864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68680" y="379476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334155"/>
                </a:solidFill>
              </a:rPr>
              <a:t>Reminder: </a:t>
            </a: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Find the Duct Tape</a:t>
            </a:r>
            <a:r>
              <a:rPr b="1" lang="en-US" sz="1300">
                <a:solidFill>
                  <a:srgbClr val="334155"/>
                </a:solidFill>
              </a:rPr>
              <a:t>.</a:t>
            </a:r>
            <a:r>
              <a:rPr b="1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3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week, identify and document one workaround or improvised fix in your notebook.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See you Wednesday!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2026-02-09T06:08:14Z</dcterms:created>
  <dc:creator>Patrick Ray</dc:creator>
</cp:coreProperties>
</file>