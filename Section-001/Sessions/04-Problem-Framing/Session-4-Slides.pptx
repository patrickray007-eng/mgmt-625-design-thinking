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Framing + Mini-Solutions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for MBAs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Monday, February 2, 2026  |  Instructor: Patrick Ray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We've Been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2004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 </a:t>
            </a:r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Navigated ambiguity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2: </a:t>
            </a:r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through video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3: </a:t>
            </a:r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Shadowed in the field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TETHER: </a:t>
            </a:r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minutes of sustained observation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5486400" cy="7315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576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make sense of what you've seen.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TETHER Due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4747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90-minute observation should be in your notebook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observations + half-page reflection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draw on this work today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haven't completed it, do your best with what you have.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the Real Problem?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Individually, review your notebook: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Fieldwork observations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Shadowing notes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TETHER documentation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write a preliminary problem statement: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problem I observed is __________ because __________."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a Good Problem Statement?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6858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observation, not assumption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enough to act 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enough to explore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 a real tension or gap you witnessed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5943600" cy="7315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47472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solving yet. You're naming what you saw.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Now, Forget Everything You Just Did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solve it.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(Sort of.)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Rapid Ideation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9260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Generate 10 ideas in 10 minutes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Quantity over 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filtering, no judging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idea per sticky note or notebook page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Pick ONE idea and sketch or prototype it (15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Paper prototype, diagram, storyboard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 how it would work, not just 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minutes total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Just Happened?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3474720"/>
            <a:ext cx="4572000" cy="6400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34747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3474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 about how that felt.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Tension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3774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felt premature about jumping to solutions?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wish you knew before you started ideating?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confident are you in your solution? Why or why not?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have made your ideation more productive?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 Familiar?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1089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in your professional work do you jump to solutions too quickly?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cost of solving the wrong problem?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"good enough understanding" actually good enough?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7315200" cy="8229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4747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organizations reward speed to solution. Design thinking asks you to slow down.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Just Practiced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3891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Synthesize Information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from raw observations to a problem statement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 Rapidly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ideas quickly, building to think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5029200" cy="6400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9260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first. Make sense. Then name.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Looking Back at Project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navigated ambiguity without a roadmap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learned from others by watching, not asking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synthesized scattered observations into meaning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experienced the pull of premature solutions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5029200" cy="6400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57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foundations for Project 2.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Wednesday: </a:t>
            </a:r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 Launch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select a scenario, form teams of 5, and begin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Reflection 1 due Wednesday </a:t>
            </a:r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(400-600 words)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7315200" cy="8229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29184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9184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on your Project 1 experience. What did you learn about observing?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 Wednesday!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625 Session 4: Problem Framing + Mini-Solutions</dc:title>
  <dc:subject>PptxGenJS Presentation</dc:subject>
  <dc:creator>Patrick Ray</dc:creator>
  <cp:lastModifiedBy>Patrick Ray</cp:lastModifiedBy>
  <cp:revision>1</cp:revision>
  <dcterms:created xsi:type="dcterms:W3CDTF">2026-02-02T02:16:23Z</dcterms:created>
  <dcterms:modified xsi:type="dcterms:W3CDTF">2026-02-02T02:16:23Z</dcterms:modified>
</cp:coreProperties>
</file>